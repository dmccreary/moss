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35"/>
  </p:normalViewPr>
  <p:slideViewPr>
    <p:cSldViewPr snapToGrid="0">
      <p:cViewPr varScale="1">
        <p:scale>
          <a:sx n="101" d="100"/>
          <a:sy n="101" d="100"/>
        </p:scale>
        <p:origin x="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A99B-E105-F121-B13A-AAB9B7B0C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20A9C-CBF6-0E1E-3F40-725E329BE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62A7F-D2E4-97E3-5481-49297D76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9613A-AF62-519B-FA5A-11F7FB37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682D9-3CD7-BBFB-36F8-03D4901C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6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CF6D-3FA0-1A5B-6967-AD1B8D513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6A66E-B4E5-D961-ACDA-8253DA318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C4105-CA91-3E1D-925C-C40A69E2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B1FAF-BFEF-F918-4810-B1C7C092A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D5D5E-9A12-249E-B61A-439E8EC6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9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A4A1-0F96-86F9-B8C2-EEEF9521A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B3411-949C-77BA-ED5E-7D4FE95C8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E6C05-A0E1-56C7-8F1F-409F252E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9D4A7-4DD4-503F-51D5-B05CD44F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90111-D113-244A-2B75-69AC264B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22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00140-771E-98CA-6B89-E97185E6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38BC-F870-24D4-BB60-FDB717BA0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1DAAB-1900-6CB2-CAA5-136B56FC6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E5EE7-E390-166E-CE29-5D512A7EB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82E3F-A53A-8362-7209-0002B488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3EE48-9DF5-E19D-2293-F4F50105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9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3F32-7C4D-A1A3-5CE9-77A3B57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BFEF1-93F0-8F04-2B34-351513EB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92D47-72B0-87B9-C094-76E84510B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A3F0E-8083-4470-E0D3-33B02A85F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E2661-114B-9CA5-BA2C-E2BA33781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F23B9-05A1-73C1-779E-7CB57050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BCD08-94A5-8765-0797-4958A5E4F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E14EF-0C52-DC0D-1A94-1559C723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3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51F3-1F6F-23CA-CED6-EE41632C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8C6B6-D180-CBE8-8D45-4A3572B5D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562A6-D777-244D-E636-5FC2C45D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14DE1-CB37-1FDC-920B-1070583A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4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D71F1-FEEA-6244-C159-47FADE3C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81642-F0F9-489A-9699-B84429E1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FA990-993E-C93D-0D1F-D69139F1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3536-A014-F20F-CBD1-DFB2B29E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06D04-8AA8-B208-B205-D70D7813A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AE345-784D-776F-4D65-F973D923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AD802-A6B4-E725-94BA-399ABAF1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B6E9D-78E3-D57A-43F1-1711BE81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1EC61-B234-D5BD-30F8-E9F9EA0EB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9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151C-DB7F-BF2A-3791-0E5D0C425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5EBD69-18B2-A17A-2773-682929857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53D08-CF66-777B-678A-B6AF64A13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9E507-1C4C-E6F2-7398-64FD539D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F9640-7EF0-B66A-CA6C-B2D3A82D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2BE7D-6297-1870-9F76-887074B6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81BA-8AB8-A712-F492-F716AC60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18D6-67E6-8080-942B-AF804F876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56B84-7A7B-8521-73E9-63D55712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69DBF-AD65-7202-C452-87E892E8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E3000-5C26-63B2-9427-B10ECC46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27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519F0-75EA-6931-802A-B5D012FF1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7F5C3-1945-7691-C198-95F47167E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AA12-5765-F8E8-FB85-DBD796BC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5524B-9F8B-6981-8569-0CD7DD5C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F5CA4-6C6E-00F5-70B1-9258A838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0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8A1C4-5EEA-3F7A-0142-B4AF4D2E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299F2-B28F-A07D-03DA-5B5B415E2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4149C5-4B4F-1263-C574-DE1EF105FA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13A45-33F4-0546-875A-221FEEBE686A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78F47-C4C0-FF7F-98FE-B81F67160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44A48-164C-2DF5-E9B9-8D60D931F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D8354-9C36-F44A-9A3B-BFE2AAC19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07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D5554F-0EDD-A075-6D69-93018AEAD4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8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2026-03-15T15:51:38Z</dcterms:created>
  <dcterms:modified xsi:type="dcterms:W3CDTF">2026-03-22T22:48:55Z</dcterms:modified>
</cp:coreProperties>
</file>